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59450" cy="3240088"/>
  <p:notesSz cx="3240088" cy="57594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85" d="100"/>
          <a:sy n="185" d="100"/>
        </p:scale>
        <p:origin x="-590" y="-72"/>
      </p:cViewPr>
      <p:guideLst>
        <p:guide orient="horz" pos="1020"/>
        <p:guide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41300"/>
            <a:ext cx="514350" cy="510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1968" y="1270000"/>
            <a:ext cx="520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251968" y="1663700"/>
            <a:ext cx="5207000" cy="24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Attack-Surface Inventory and Change Monitor</a:t>
            </a:r>
            <a:endParaRPr lang="en-US" sz="1360" dirty="0"/>
          </a:p>
        </p:txBody>
      </p:sp>
      <p:sp>
        <p:nvSpPr>
          <p:cNvPr id="5" name="Text 2"/>
          <p:cNvSpPr txBox="1"/>
          <p:nvPr/>
        </p:nvSpPr>
        <p:spPr>
          <a:xfrm>
            <a:off x="251968" y="2133600"/>
            <a:ext cx="5207000" cy="1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Singh</a:t>
            </a:r>
            <a:endParaRPr lang="en-US" sz="1030" dirty="0"/>
          </a:p>
        </p:txBody>
      </p:sp>
      <p:sp>
        <p:nvSpPr>
          <p:cNvPr id="6" name="Text 3"/>
          <p:cNvSpPr txBox="1"/>
          <p:nvPr/>
        </p:nvSpPr>
        <p:spPr>
          <a:xfrm>
            <a:off x="251968" y="2298700"/>
            <a:ext cx="5207000" cy="1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Kirtisingh239on@gmail.com</a:t>
            </a:r>
            <a:endParaRPr lang="en-US" sz="1030" dirty="0"/>
          </a:p>
        </p:txBody>
      </p:sp>
      <p:sp>
        <p:nvSpPr>
          <p:cNvPr id="7" name="Text 4"/>
          <p:cNvSpPr txBox="1"/>
          <p:nvPr/>
        </p:nvSpPr>
        <p:spPr>
          <a:xfrm>
            <a:off x="251968" y="2565400"/>
            <a:ext cx="5207000" cy="158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</a:t>
            </a:r>
            <a:endParaRPr lang="en-US" sz="890" dirty="0"/>
          </a:p>
        </p:txBody>
      </p:sp>
      <p:sp>
        <p:nvSpPr>
          <p:cNvPr id="8" name="Text 5"/>
          <p:cNvSpPr txBox="1"/>
          <p:nvPr/>
        </p:nvSpPr>
        <p:spPr>
          <a:xfrm>
            <a:off x="251968" y="2781300"/>
            <a:ext cx="5207000" cy="1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14,2026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Abstract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086100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Singh• </a:t>
            </a:r>
            <a:r>
              <a:rPr lang="en-US" sz="60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•October 14,2026</a:t>
            </a: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58800"/>
            <a:ext cx="525399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assets change faster than manual inventories are updated; unnoticed drift becomes unmanaged exposure.</a:t>
            </a:r>
            <a:endParaRPr lang="en-US" sz="93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Multi-cloud estates accumulate unmaintained test subdomains, expiring TLS certificates, unplanned open services and CNAME records that outlive the cloud instances they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pointed.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</a:t>
            </a:r>
            <a:r>
              <a:rPr lang="en-US" sz="81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defensive, deterministic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 for the organiser-approved lab portfolio (at most 20 domains and 10 hosts). A written scope allowlist gates every operation; DNS, TLS and four documented service checks yield time-stamped observations that are normalised into a versioned inventory, compared with an approved baseline on a schedule, and classified by transparent rules into evidence-backed alerts. Planned outputs: inventory, change and alert reports, seeded-issue detection results, a false-positive analysis, and the technical report with a demonstration. The design involves no exploitation and no unrestricted scanning.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DNS.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CNAME/A records can reference decommissioned resources. Such a record is a </a:t>
            </a:r>
            <a:r>
              <a:rPr lang="en-US" sz="81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investigation, not proof of exploitability; takeover depends on how the provider verifies ownership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Expired certificates harm trust and availability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must be separated from chain, hostname and handshake failures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services.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Exposure that is not compared with an approved expectation goes unnoticed.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gap.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one-off scan records state; it does not identify change, retain evidence or quantify false positives. A repeatable, baseline-driven, auditable workflow is required.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Written, organiser-approved scope only; a failed check stays </a:t>
            </a:r>
            <a:r>
              <a:rPr lang="en-US" sz="81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never promoted to a finding by default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Background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25788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58800"/>
            <a:ext cx="525399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inventory is useful only if each observation is time-stamped, attributable to a check, comparable with a baseline and backed by evidence.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Attack-surface inventory.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set of externally reachable assets (domains, hosts, DNS records, certificates, services) with an accountable owner; unowned entries are where drift hides.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 map to resource records in zones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CNAME aliases one name to another; if the target resource is retired, the alias can remain. A target that no longer resolves makes the record a </a:t>
            </a:r>
            <a:r>
              <a:rPr lang="en-US" sz="81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dangling candidate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is not automatic proof of exploitability, which needs provider context and authorised manual verification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X.509 certificate carries validity period, issuer, subject and subject alternative names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also validate trust and check that the server identity matches the requested name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TLS 1.3 the server presents its certificate during the handshake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Expiry, untrusted chain and hostname mismatch are distinct outcomes.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exposure.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TCP connection to an approved port shows reachability only. A timeout or reset is ambiguous (filtered, down, rate-limited), so it is </a:t>
            </a:r>
            <a:r>
              <a:rPr lang="en-US" sz="81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“closed”.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and snapshots.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observation stores time, target, check, result and evidence. A new snapshot is compared field by field with the last valid baseline to give new, removed, changed, unchanged or unknown states.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vs. finding.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signal is an unexpected observation; a finding is a signal that persists on re-check and survives review. Rejected signals are logged as false positives.</a:t>
            </a:r>
            <a:endParaRPr lang="en-US" sz="930" dirty="0"/>
          </a:p>
          <a:p>
            <a:pPr marL="0" indent="0">
              <a:buNone/>
            </a:pPr>
            <a:r>
              <a:rPr lang="en-US" sz="567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81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reproducibility.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allowlisted lab targets are touched; identical configuration should reproduce identical results. Documentation address blocks </a:t>
            </a:r>
            <a:r>
              <a:rPr lang="en-US" sz="81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safe fixtures.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Literature &amp; RFC Review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RFC Review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25788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58800"/>
            <a:ext cx="525399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sources that drive a design decision are cited; we make no novelty claim over existing attack-surface tools.</a:t>
            </a:r>
            <a:endParaRPr lang="en-US" sz="93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established guidance provides.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WSTG treats subdomain takeover (WSTG-CONF-10) as enumeration followed by validation, ties risk to providers that fail to verify ownership, and advises removing vulnerable records; WSTG also covers weak transport-layer security testing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1034/1035 define names, resource records, CNAME semantics and resolution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5280 defines the certificate validity period, issuer and SAN fields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9525 specifies server-identity verification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8446 defines the TLS 1.3 handshake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9110 defines HTTP status semantics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5737 reserves three IPv4 blocks for documentation </a:t>
            </a:r>
            <a:r>
              <a:rPr lang="en-US" sz="75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our proposed system applies.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WSTG’s validate-before-concluding step → </a:t>
            </a: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</a:t>
            </a: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states; confirmation stays manual and authorised.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5280 notAfter and RFC 9525 hostname matching → separate expiry, trust and hostname outcomes, so a handshake failure is never reported as expiry.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1034/1035 CNAME semantics → canonicalised record values and chain-target resolution state; RFC 9110 status classes → response metadata only; RFC 5737 → fixture addresses.</a:t>
            </a:r>
            <a:endParaRPr lang="en-US" sz="93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the scoped workflow contributes operationally (our engineering choices).</a:t>
            </a:r>
            <a:endParaRPr lang="en-US" sz="930" dirty="0"/>
          </a:p>
          <a:p>
            <a:pPr marL="0" indent="0">
              <a:buNone/>
            </a:pPr>
            <a:r>
              <a:rPr lang="en-US" sz="525" dirty="0">
                <a:solidFill>
                  <a:srgbClr val="000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 </a:t>
            </a: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these checks into allowlist-gated, scheduled, baseline-compared runs with provenance, deduplicated alerts and explicit false-positive accounting. No comparison with commercial or open-source tools has been performed, so no superiority claim is made.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Proposed Solution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43250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33400"/>
            <a:ext cx="5253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Scope-gated pipeline: Approved Scope → Discovery → Normalised Inventory → Baseline Comparison → Classification → Alerts &amp; Evidence. All components are proposed; none is claimed as implemented.</a:t>
            </a:r>
            <a:endParaRPr lang="en-US" sz="820" dirty="0"/>
          </a:p>
        </p:txBody>
      </p:sp>
      <p:sp>
        <p:nvSpPr>
          <p:cNvPr id="7" name="Text 5"/>
          <p:cNvSpPr txBox="1"/>
          <p:nvPr/>
        </p:nvSpPr>
        <p:spPr>
          <a:xfrm>
            <a:off x="251968" y="850900"/>
            <a:ext cx="25908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Scope registry.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Versioned allowlist (YAML/JSON) of at most 20 domains and 10 hosts, permitted checks and ports, and the organiser approval reference. Targets are canonicalised (lower-case, IDNA, no trailing dot) and validated before </a:t>
            </a:r>
            <a:r>
              <a:rPr lang="en-US" sz="58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operation; out-of-scope input is rejected before any network I/O; scope changes are audit-logged.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Observation layer.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DNS (A, AAAA, CNAME, NS, MX, TXT) per approved name, TLS certificate inspection, and four service checks. Every observation records target, check, UTC time and a result in {ok, failed, timeout, inconclusive}.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Normalised inventory.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Stable ID = type + canonical key (e.g. dns:name:type, svc:host:port/tcp, cert:host:port). Stored: values, certificate subject/SANs/issuer/validity/days left/trust/hostname result, provenance and timestamps; missing data is stored as </a:t>
            </a:r>
            <a:r>
              <a:rPr lang="en-US" sz="58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Baseline and change engine.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approved snapshot is the baseline; scheduled runs are diffed field by field into new / removed / changed / unchanged / unknown. A failed collection never overwrites the last valid observation and never yields “removed”; removal needs N consecutive successful negative observations (configurable). Runs are idempotent.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Detection rules.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8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certificate: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notAfter &lt; now, reported separately from untrusted chain, hostname mismatch and handshake failure. </a:t>
            </a:r>
            <a:r>
              <a:rPr lang="en-US" sz="58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service: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port or banner absent from the approved baseline. </a:t>
            </a:r>
            <a:r>
              <a:rPr lang="en-US" sz="58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classes: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 / anomalous / potential dangling candidate (e.g. CNAME target NXDOMAIN on repeated observation) / inconclusive / needs authorised manual verification.</a:t>
            </a:r>
            <a:endParaRPr lang="en-US" sz="580" dirty="0"/>
          </a:p>
        </p:txBody>
      </p:sp>
      <p:sp>
        <p:nvSpPr>
          <p:cNvPr id="8" name="Text 6"/>
          <p:cNvSpPr txBox="1"/>
          <p:nvPr/>
        </p:nvSpPr>
        <p:spPr>
          <a:xfrm>
            <a:off x="2908300" y="850900"/>
            <a:ext cx="25908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Alerts and reports.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Severity from a transparent rule table. Each alert carries asset ID, observation time, expected vs. observed state, evidence and the next manual verification step; alerts are deduplicated with states (open, acknowledged, suppressed, false positive). Reports (JSON/CSV/HTML) include false-positive and inconclusive tallies.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Safety and audit.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Bounded concurrency, timeouts, capped retries and rate limits; no exploitation, payloads, brute force or broad port scans; structured audit log; secrets kept in environment variables outside the repository; minimal evidence retention. Proposed stack: Python, SQLite, cron/APScheduler.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documented service checks (proposed)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TCP reachability.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Input: approved host:port. Connect with timeout. Output: open / refused / timeout (timeout = inconclusive, never “closed”).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Minimal handshake.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Protocol-appropriate, read-only probe on an approved port (TLS handshake, HTTP HEAD, SSH banner read). No authentication or payloads. Output: protocol, banner or ALPN; failures are inconclusive.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HTTP(S) metadata.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request to an approved URL: status class [9], redirect target, Server header. No crawling or parameters.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Expected-vs-observed.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C1–C3 results with the approved service list; emit unexpected / missing / changed. Limit: only approved ports are examined, so absence elsewhere is unknown.</a:t>
            </a:r>
            <a:endParaRPr lang="en-US" sz="58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5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</a:t>
            </a:r>
            <a:r>
              <a:rPr lang="en-US" sz="5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Orchestrator checks scope → dispatches tasks → collectors return observations → normaliser stores a snapshot → comparator diffs it against the baseline → classifier applies rules → reporter emits alerts; every step writes audit events.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Solution Optimization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Proposed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43250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58800"/>
            <a:ext cx="52539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proposed approach. This is a design comparison; no experimental results exist yet.</a:t>
            </a:r>
            <a:endParaRPr lang="en-US" sz="93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51968" y="787400"/>
          <a:ext cx="5253990" cy="1385316"/>
        </p:xfrm>
        <a:graphic>
          <a:graphicData uri="http://schemas.openxmlformats.org/drawingml/2006/table">
            <a:tbl>
              <a:tblPr/>
              <a:tblGrid>
                <a:gridCol w="203200"/>
                <a:gridCol w="1905000"/>
                <a:gridCol w="3145790"/>
              </a:tblGrid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(manual / ad hoc)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approach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asset inventory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Scheduled, versioned snapshots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check output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Normalised, time-stamped observations with provenance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change review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field-level baseline comparison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warning messages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Evidence-backed alerts: expected vs. observed, next step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DNS suspicion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 candidate classes; manual verification required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alerts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Deduplication and state tracking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target input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Allowlisted, canonicalised scope validation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success claims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tests and false-positive reporting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251968" y="2184400"/>
            <a:ext cx="525399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optimisations.</a:t>
            </a: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Incremental comparison (only records whose value hash changed); stable IDs and canonicalised DNS values; configurable timeouts, retry caps, bounded concurrency and rate limiting; idempotent runs keyed by run ID; explicit handling of failed or partial observations; separated collection, classification and reporting; retained evidence for replay; transparent rule-based detection (no machine learning).</a:t>
            </a:r>
            <a:endParaRPr lang="en-US" sz="76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76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(to be measured in testing; not existing results).</a:t>
            </a: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Seeded expired-certificate detection rate; seeded unexpected-service detection rate; correct classification of seeded dangling-DNS candidates; false-positive rate; out-of-scope rejection rate (target: 100% before any network I/O); repeatability across identical runs; diff and report-generation time.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Architecture Design (UML Diagram)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Design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25788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33400"/>
            <a:ext cx="52539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component diagram of the scope-gated monitoring pipeline.</a:t>
            </a:r>
            <a:endParaRPr lang="en-US" sz="1080" dirty="0"/>
          </a:p>
        </p:txBody>
      </p:sp>
      <p:pic>
        <p:nvPicPr>
          <p:cNvPr id="7" name="Image 0" descr="dia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98" y="990600"/>
            <a:ext cx="3530600" cy="15897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1968" y="2819400"/>
            <a:ext cx="525399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</a:t>
            </a:r>
            <a:r>
              <a:rPr lang="en-US" sz="1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UML Diagram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Data Flow Diagram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43250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33400"/>
            <a:ext cx="52539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information movement: scope gate, observations, baseline, findings and reports.</a:t>
            </a:r>
            <a:endParaRPr lang="en-US" sz="1080" dirty="0"/>
          </a:p>
        </p:txBody>
      </p:sp>
      <p:pic>
        <p:nvPicPr>
          <p:cNvPr id="7" name="Image 0" descr="dia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43" y="990600"/>
            <a:ext cx="3698789" cy="17198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1968" y="2819400"/>
            <a:ext cx="525399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</a:t>
            </a:r>
            <a:r>
              <a:rPr lang="en-US" sz="1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Deployment Timeline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43250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08000"/>
            <a:ext cx="525399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stages (no deadline was supplied); iterative delivery via GitHub issues and pull requests in the team repository.</a:t>
            </a:r>
            <a:endParaRPr lang="en-US" sz="9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251968" y="838200"/>
          <a:ext cx="5253990" cy="1708404"/>
        </p:xfrm>
        <a:graphic>
          <a:graphicData uri="http://schemas.openxmlformats.org/drawingml/2006/table">
            <a:tbl>
              <a:tblPr/>
              <a:tblGrid>
                <a:gridCol w="114300"/>
                <a:gridCol w="2032000"/>
                <a:gridCol w="889000"/>
                <a:gridCol w="2218690"/>
              </a:tblGrid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b="1" dirty="0">
                          <a:solidFill>
                            <a:srgbClr val="0000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/ validation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review, obtain written organiser-approved scope, create private repo named after the team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file, repo, README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approval reference stored; aiori-hackathon added as collaborator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schema and scope enforcement (canonicalisation, allowlist, audit log)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Schema, scope module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inputs rejected with zero network calls (unit tests)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and TLS collectors with explicit result states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Fixtures give expected records; expiry, trust and hostname outcomes kept distinct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documented service checks C1–C4, with timeouts and rate limits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module, docs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bounded; timeouts recorded as inconclusive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snapshots, field-level diff, removal rule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Comparator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runs give identical diffs; failed collection never yields “removed”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classifier, alert deduplication, JSON/CSV/HTML reports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alert has evidence, expected vs. observed, next step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cases and false-positive evaluation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of the optimisation slide measured and reported as observed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demo, pseudocode, technical report, PDF upload, ownership transfer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Demo, report, PDF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 run on lab assets; repo transferred to aiori-hackathon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251968" y="2590800"/>
            <a:ext cx="525399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20"/>
              </a:spcAft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plan (planned, on authorised lab assets and RFC 5737 fixtures </a:t>
            </a:r>
            <a:r>
              <a:rPr lang="en-US" sz="60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uncontrolled external infrastructure).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A: baseline with expected DNS, TLS and services. B: seeded expired certificate. C: seeded unexpected service. D: potential dangling-DNS candidate (reported as candidate only). E: failed or inconclusive check, not treated as removal. F: out-of-scope target rejected before any network activity. For each: fixture, expected finding or status, recorded evidence and pass/fail check are defined in the demo plan.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0950" y="25400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3      Bibliography</a:t>
            </a:r>
            <a:endParaRPr lang="en-US" sz="630" dirty="0"/>
          </a:p>
        </p:txBody>
      </p:sp>
      <p:sp>
        <p:nvSpPr>
          <p:cNvPr id="3" name="Text 1"/>
          <p:cNvSpPr txBox="1"/>
          <p:nvPr/>
        </p:nvSpPr>
        <p:spPr>
          <a:xfrm>
            <a:off x="251968" y="2159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I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251968" y="3125788"/>
            <a:ext cx="317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Singh• </a:t>
            </a:r>
            <a:r>
              <a:rPr lang="en-US" sz="600" b="1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</a:t>
            </a:r>
            <a:r>
              <a:rPr lang="en-US" sz="600" dirty="0" smtClean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•October 14,2026</a:t>
            </a:r>
            <a:endParaRPr lang="en-US" sz="600" dirty="0" smtClean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" name="Text 3"/>
          <p:cNvSpPr txBox="1"/>
          <p:nvPr/>
        </p:nvSpPr>
        <p:spPr>
          <a:xfrm>
            <a:off x="4491990" y="3086100"/>
            <a:ext cx="1016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251968" y="5969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533400" y="59690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AIORI-3 organisers.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PS-011: Authorised Attack-Surface Inventory and Change Monitor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problem statement (PDF supplied to participants), 2026.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251968" y="86995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760" dirty="0"/>
          </a:p>
        </p:txBody>
      </p:sp>
      <p:sp>
        <p:nvSpPr>
          <p:cNvPr id="9" name="Text 7"/>
          <p:cNvSpPr txBox="1"/>
          <p:nvPr/>
        </p:nvSpPr>
        <p:spPr>
          <a:xfrm>
            <a:off x="533400" y="86995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Testing Guide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(stable, v4.2), incl. WSTG-CONF-10 “Test for Subdomain Takeover”. https://owasp.org/www-project-web-security-testing-guide/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251968" y="11430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533400" y="114300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Mockapetris.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1034: Domain Names – Concepts and Facilities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Nov. 1987. https://www.rfc-editor.org/info/rfc1034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251968" y="141605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533400" y="141605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Mockapetris.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1035: Domain Names – Implementation and Specification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Nov. 1987. https://www.rfc-editor.org/info/rfc1035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251968" y="16891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760" dirty="0"/>
          </a:p>
        </p:txBody>
      </p:sp>
      <p:sp>
        <p:nvSpPr>
          <p:cNvPr id="15" name="Text 13"/>
          <p:cNvSpPr txBox="1"/>
          <p:nvPr/>
        </p:nvSpPr>
        <p:spPr>
          <a:xfrm>
            <a:off x="533400" y="168910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Cooper et al.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5280: Internet X.509 Public Key Infrastructure Certificate and CRL Profile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May 2008. https://www.rfc-editor.org/info/rfc5280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251968" y="196215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760" dirty="0"/>
          </a:p>
        </p:txBody>
      </p:sp>
      <p:sp>
        <p:nvSpPr>
          <p:cNvPr id="17" name="Text 15"/>
          <p:cNvSpPr txBox="1"/>
          <p:nvPr/>
        </p:nvSpPr>
        <p:spPr>
          <a:xfrm>
            <a:off x="533400" y="196215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Rescorla.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8446: The Transport Layer Security (TLS) Protocol Version 1.3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Aug. 2018. https://www.rfc-editor.org/info/rfc8446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251968" y="22352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760" dirty="0"/>
          </a:p>
        </p:txBody>
      </p:sp>
      <p:sp>
        <p:nvSpPr>
          <p:cNvPr id="19" name="Text 17"/>
          <p:cNvSpPr txBox="1"/>
          <p:nvPr/>
        </p:nvSpPr>
        <p:spPr>
          <a:xfrm>
            <a:off x="533400" y="223520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Saint-Andre, R. Housley.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9525: Service Identity in TLS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Nov. 2023. https://www.rfc-editor.org/info/rfc9525</a:t>
            </a:r>
            <a:endParaRPr lang="en-US" sz="720" dirty="0"/>
          </a:p>
        </p:txBody>
      </p:sp>
      <p:sp>
        <p:nvSpPr>
          <p:cNvPr id="20" name="Text 18"/>
          <p:cNvSpPr txBox="1"/>
          <p:nvPr/>
        </p:nvSpPr>
        <p:spPr>
          <a:xfrm>
            <a:off x="251968" y="250825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760" dirty="0"/>
          </a:p>
        </p:txBody>
      </p:sp>
      <p:sp>
        <p:nvSpPr>
          <p:cNvPr id="21" name="Text 19"/>
          <p:cNvSpPr txBox="1"/>
          <p:nvPr/>
        </p:nvSpPr>
        <p:spPr>
          <a:xfrm>
            <a:off x="533400" y="250825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Arkko, M. Cotton, L. Vegoda.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5737: IPv4 Address Blocks Reserved for Documentation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Jan. 2010. https://www.rfc-editor.org/info/rfc5737</a:t>
            </a:r>
            <a:endParaRPr lang="en-US" sz="720" dirty="0"/>
          </a:p>
        </p:txBody>
      </p:sp>
      <p:sp>
        <p:nvSpPr>
          <p:cNvPr id="22" name="Text 20"/>
          <p:cNvSpPr txBox="1"/>
          <p:nvPr/>
        </p:nvSpPr>
        <p:spPr>
          <a:xfrm>
            <a:off x="251968" y="27813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000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760" dirty="0"/>
          </a:p>
        </p:txBody>
      </p:sp>
      <p:sp>
        <p:nvSpPr>
          <p:cNvPr id="23" name="Text 21"/>
          <p:cNvSpPr txBox="1"/>
          <p:nvPr/>
        </p:nvSpPr>
        <p:spPr>
          <a:xfrm>
            <a:off x="533400" y="2781300"/>
            <a:ext cx="496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Fielding, M. Nottingham, J. Reschke (eds.). </a:t>
            </a:r>
            <a:r>
              <a:rPr lang="en-US" sz="72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9110: HTTP Semantics</a:t>
            </a:r>
            <a:r>
              <a:rPr lang="en-US" sz="7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IETF, June 2022. https://www.rfc-editor.org/info/rfc9110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33500"/>
            <a:ext cx="57599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2488</Words>
  <Application>Microsoft Office PowerPoint</Application>
  <PresentationFormat>Custom</PresentationFormat>
  <Paragraphs>183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PS-011: Authorised Attack-Surface Inventory and Change Monitor</dc:title>
  <dc:subject>AIORI Hackathon 3 - PS-011</dc:subject>
  <dc:creator>[TEAM LEAD]</dc:creator>
  <cp:lastModifiedBy>devya</cp:lastModifiedBy>
  <cp:revision>2</cp:revision>
  <dcterms:created xsi:type="dcterms:W3CDTF">2026-10-14T09:11:52Z</dcterms:created>
  <dcterms:modified xsi:type="dcterms:W3CDTF">2026-10-14T09:24:00Z</dcterms:modified>
</cp:coreProperties>
</file>